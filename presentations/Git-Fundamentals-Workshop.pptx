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0" y="-1097280"/>
            <a:ext cx="4114800" cy="411480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Made Simple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🐙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280160" y="331927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Workshop Series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621792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🤔  What is Git &amp; Why Do We Need It?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⚙️   Installation &amp; First-Time Setup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🧱  Core Concepts – Repos, Commits, Branches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🔄  The Daily Git Workflow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🌿  Branching &amp; Merging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🌐  Working with GitHub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🔀  Pull Requests &amp; Collaboration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🎓  Hands-On Demo + Best Practices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45 minutes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– Without Version Control 😫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FF0EE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 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final.docx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final_v2.docx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final_FINAL.docx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final_FINAL_v2.docx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final_FINAL_use_this_one.docx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final_FINAL_use_this_one_FIXED.docx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594360"/>
            <a:ext cx="4206240" cy="3749040"/>
          </a:xfrm>
          <a:prstGeom prst="roundRect">
            <a:avLst>
              <a:gd name="adj" fmla="val 2439"/>
            </a:avLst>
          </a:prstGeom>
          <a:solidFill>
            <a:srgbClr val="FFF4F0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6583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this causes ⚠️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078992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Which version is the latest?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changed between versions?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Who made that change and when?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How to go back to a working version?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Two people editing the same file = chaos!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Git? 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1280160"/>
          </a:xfrm>
          <a:prstGeom prst="roundRect">
            <a:avLst>
              <a:gd name="adj" fmla="val 7143"/>
            </a:avLst>
          </a:prstGeom>
          <a:solidFill>
            <a:srgbClr val="FFF4F0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836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a distributed version control system that tracks changes in files over time, letting you recall specific versions later and collaborate with others.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Created by Linus Torvalds in 2005 (same person who made Linux)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Used by 96% of professional developers worldwide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Free and open-source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Works offline – your full history is stored locally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Nothing is ever truly lost – full history preserved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0" y="201168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21488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🐙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760720" y="32918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"Time machine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points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code"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 – They Are Different! 🚨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21792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/ cloud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computer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(cloud)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Made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Linus Torvalds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(+ paid plans)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changes locally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&amp; collaborate online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4290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4F0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49300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 = the engine in your car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0" y="342900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4F0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349300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GitHub = the motorway (road network)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First-Time Setup ⚙️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these once after installing Git: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43000"/>
            <a:ext cx="83759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Tell Git who you are (used in every commit)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 "Your Full Name"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"you@example.com"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VS Code as default editor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core.editor "code --wait"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 your settings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--list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342900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7472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Git is installed: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4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342900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FF4F0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347472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git-scm.com/download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0" y="2633472"/>
            <a:ext cx="4572000" cy="54864"/>
          </a:xfrm>
          <a:prstGeom prst="rect">
            <a:avLst/>
          </a:prstGeom>
          <a:solidFill>
            <a:srgbClr val="F05033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#1 – Repository (Repo) 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Repository?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A folder that Git is tracking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Contains all project files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🕒  Contains the ENTIRE history of every change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Can be local (your machine) or remote (GitHub)</a:t>
            </a:r>
            <a:pPr indent="0" marL="0">
              <a:spcAft>
                <a:spcPts val="8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Like Google Drive, but remembers EVERY change ever made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840" y="594360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1A1A2E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71323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clone: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23560" y="1143000"/>
            <a:ext cx="3200400" cy="30632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33288" y="1234440"/>
            <a:ext cx="298094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 local repo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my-project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my-project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clone from GitHub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user/repo.git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What's inside?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.git/  ← Git's database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(all your files)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#2 – Commit 💾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Commit?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A snapshot of your files at a point in time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Has a unique ID (hash), author, date &amp; message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Permanent – you can always go back</a:t>
            </a:r>
            <a:pPr indent="0" marL="0">
              <a:spcAft>
                <a:spcPts val="8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Like a Save Point in a video game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Like taking a photograph of your 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154680"/>
            <a:ext cx="4846320" cy="118872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3246120"/>
            <a:ext cx="46268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Commit history looks like: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abc1234  Add user login feature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def5678  Fix homepage styling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ghi9012  Initial project setup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594360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1A1A2E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71323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commit: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23560" y="1143000"/>
            <a:ext cx="3200400" cy="30632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33288" y="1234440"/>
            <a:ext cx="298094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Stage your 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app.py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stage everything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Commit with 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login"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View history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#3 – Branch 🌿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Branch?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An independent line of development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Default branch is called  main  (or master)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Work on features without affecting  main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Cheap and fast to create in Git</a:t>
            </a:r>
            <a:pPr indent="0" marL="0">
              <a:spcAft>
                <a:spcPts val="8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🌌  Parallel universes – work on features safely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154680"/>
            <a:ext cx="4846320" cy="118872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3246120"/>
            <a:ext cx="46268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  ──●──●──●──────────────●──→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\                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       ●──●──●──●──●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594360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1A1A2E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71323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commands: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23560" y="1143000"/>
            <a:ext cx="3200400" cy="30632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33288" y="1234440"/>
            <a:ext cx="298094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+ switch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feature/login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branches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Switch branch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Delete branch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feature/login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Areas of Git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29260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┌──────────────────┐   git add   ┌─────────────────┐  git commit  ┌───────────────┐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Working         │  ─────────→  │  Staging Area   │  ──────────→  │  Repository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Directory       │              │  (Index)        │               │  (History)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│              │                 │               │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Your files      │              │  Files ready    │               │  All your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(being edited)  │              │  to commit      │               │  commits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└──────────────────┘              └─────────────────┘               └───────────────┘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↑                                  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└───────────────────── git checkout ──────────────────────────────┘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3611880"/>
            <a:ext cx="2788920" cy="777240"/>
          </a:xfrm>
          <a:prstGeom prst="roundRect">
            <a:avLst>
              <a:gd name="adj" fmla="val 11765"/>
            </a:avLst>
          </a:prstGeom>
          <a:solidFill>
            <a:srgbClr val="FFF4F0"/>
          </a:solidFill>
          <a:ln w="25400">
            <a:solidFill>
              <a:srgbClr val="CC6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6576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977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edit files normally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3611880"/>
            <a:ext cx="2788920" cy="777240"/>
          </a:xfrm>
          <a:prstGeom prst="roundRect">
            <a:avLst>
              <a:gd name="adj" fmla="val 11765"/>
            </a:avLst>
          </a:prstGeom>
          <a:solidFill>
            <a:srgbClr val="FFF4F0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6576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3977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exactly what goes in next commit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611880"/>
            <a:ext cx="2788920" cy="777240"/>
          </a:xfrm>
          <a:prstGeom prst="roundRect">
            <a:avLst>
              <a:gd name="adj" fmla="val 11765"/>
            </a:avLst>
          </a:prstGeom>
          <a:solidFill>
            <a:srgbClr val="FFF4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6576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3977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history of all commits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Git Workflow 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Morning – get latest changes from the team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main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Create a branch for your 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feature/my-feature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Make your changes in the editor...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See what changed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Stage your changes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                        # all 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app.py                     # specific file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Commit with a clear 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"feat: add blue submit button"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7. Push to GitHub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feature/my-feature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8. Open a Pull Request on GitHub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What's Changed – status &amp; diff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 status frequently – it tells you exactly what to do next!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32918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43000"/>
            <a:ext cx="837590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 feature/login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not staged for commit: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modified:   app.py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modified:   templates/login.html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Untracked files: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new-feature.py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diff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old line that was removed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new line that was added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diff --staged     # see what's already staged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Good Commit Messages ✍️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messages 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3840480" cy="25146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15568"/>
            <a:ext cx="362102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"fix"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"stuff"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"asdfgh"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"WIP"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"changes"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"ok now"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594360"/>
            <a:ext cx="4114800" cy="3108960"/>
          </a:xfrm>
          <a:prstGeom prst="roundRect">
            <a:avLst>
              <a:gd name="adj" fmla="val 2941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messages 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3977640" cy="25146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115568"/>
            <a:ext cx="375818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"fix: login redirect after reset"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"feat: add search to products"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"docs: update README setup steps"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"refactor: extract auth middleware"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"test: add unit tests for cart"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37673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 feat: | fix: | docs: | refactor: | test:  +  what changed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767328"/>
            <a:ext cx="8595360" cy="640080"/>
          </a:xfrm>
          <a:prstGeom prst="roundRect">
            <a:avLst>
              <a:gd name="adj" fmla="val 12857"/>
            </a:avLst>
          </a:prstGeom>
          <a:solidFill>
            <a:srgbClr val="FFF4F0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803904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 feat: | fix: | docs: | refactor: | test:  followed by  what changed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Merging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0" y="2633472"/>
            <a:ext cx="4572000" cy="54864"/>
          </a:xfrm>
          <a:prstGeom prst="rect">
            <a:avLst/>
          </a:prstGeom>
          <a:solidFill>
            <a:srgbClr val="F05033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Strategy – How Teams 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233172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    ──●─────────────────────────────────●──→  (always deployable)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│  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   ──●──●──●──●──●──●──●──●──●──●──●──●──→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│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 ──●──●──●──●──●──┘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feature/cart  ──────────●──●──●──●──┘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branch naming: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401568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1E1E2E"/>
          </a:solidFill>
          <a:ln w="25400">
            <a:solidFill>
              <a:srgbClr val="44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4381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feature/user-authentication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3401568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1E1E2E"/>
          </a:solidFill>
          <a:ln w="25400">
            <a:solidFill>
              <a:srgbClr val="44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4381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bugfix/login-redirect-error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931920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1E1E2E"/>
          </a:solidFill>
          <a:ln w="25400">
            <a:solidFill>
              <a:srgbClr val="4444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9684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hotfix/payment-crash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931920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1E1E2E"/>
          </a:solidFill>
          <a:ln w="25400">
            <a:solidFill>
              <a:srgbClr val="4444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9684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release/v2.0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Branches 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 merge 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33272"/>
            <a:ext cx="4023360" cy="135331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24712"/>
            <a:ext cx="380390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  ──●──●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       ●──●──●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↓ merge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  ──●──●──●──●──●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59436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FF4F0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 ⚠️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033272"/>
            <a:ext cx="4023360" cy="135331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124712"/>
            <a:ext cx="380390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 (main)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color: blue;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color: red;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feature/login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Edit, pick the right version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merge: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8595360" cy="13258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108960"/>
            <a:ext cx="83759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Switch to 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Merge the feature branch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feature/login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Resolve conflicts if any, then: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app.py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"Resolve merge conflict"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Delete branch (cleanup)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feature/login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Collaboration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0" y="2633472"/>
            <a:ext cx="4572000" cy="54864"/>
          </a:xfrm>
          <a:prstGeom prst="rect">
            <a:avLst/>
          </a:prstGeom>
          <a:solidFill>
            <a:srgbClr val="F05033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GitHub 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2606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Connect local repo to GitHub 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https://github.com/username/repo.git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push (sets upstream tracking)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future pushes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Pull latest changes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73552"/>
          <a:ext cx="859536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4297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remote -v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connected remotes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commits to GitHub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+ merge from GitHub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fetch origin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without merging (safe)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clone &lt;url&gt;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entire repo from GitHub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– Team Collaboration 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572000" cy="1417320"/>
          </a:xfrm>
          <a:prstGeom prst="roundRect">
            <a:avLst>
              <a:gd name="adj" fmla="val 6452"/>
            </a:avLst>
          </a:prstGeom>
          <a:solidFill>
            <a:srgbClr val="FFF4F0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83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Pull Request (PR)?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to merge your branch into main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code review by teammates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what changed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for team collaboration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Workflow: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523744"/>
            <a:ext cx="640080" cy="64008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237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" y="321868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branch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GitHub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63347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828800" y="2523744"/>
            <a:ext cx="640080" cy="64008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25237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21868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GitHub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63347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91840" y="2523744"/>
            <a:ext cx="640080" cy="64008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5237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0400" y="321868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263347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754880" y="2523744"/>
            <a:ext cx="640080" cy="64008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5237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63440" y="321868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263347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17920" y="2523744"/>
            <a:ext cx="640080" cy="64008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5237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26480" y="321868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263347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680960" y="2523744"/>
            <a:ext cx="640080" cy="640080"/>
          </a:xfrm>
          <a:prstGeom prst="ellipse">
            <a:avLst/>
          </a:prstGeom>
          <a:solidFill>
            <a:srgbClr val="F05033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5237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589520" y="321868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A1A2E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968496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directly to main in a team – always use Pull Requests!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Undoing Things – Git's Safety Net 🛡️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35204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Discard changes to a file (not yet staged)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app.py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Unstage a file (keep changes in working dir)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--staged app.py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Undo last commit – keep changes staged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--soft HEAD~1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Undo last commit – keep changes unstaged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--mixed HEAD~1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Safe undo: create a reverting commit (safe for shared branches)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abc1234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work-in-progress temporarily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pop          # bring it back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4160520"/>
            <a:ext cx="8595360" cy="320040"/>
          </a:xfrm>
          <a:prstGeom prst="roundRect">
            <a:avLst>
              <a:gd name="adj" fmla="val 28571"/>
            </a:avLst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18795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Never use  git reset --hard  on shared branches – it rewrites history for everyone!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– What NOT to Track 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.gitignore file in your repo root: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572000" cy="32918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43000"/>
            <a:ext cx="435254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__pycache__/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*.pyc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venv/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Node.js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Secrets – NEVER commit these!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.env.local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*.pem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secrets.json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OS 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.DS_Store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Thumbs.db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.vscode/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.idea/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20640" y="105156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FFF4F0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1115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57800" y="1481328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files → ignore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passwords → ignore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artifacts → ignore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→ commit 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2743200"/>
            <a:ext cx="3749040" cy="1600200"/>
          </a:xfrm>
          <a:prstGeom prst="roundRect">
            <a:avLst>
              <a:gd name="adj" fmla="val 5714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28163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ignored: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66360" y="3200400"/>
            <a:ext cx="3657600" cy="10515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3291840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check-ignore -v filename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--ignored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– Your First Git Repository 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Configure Git (first time only)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"Your Name"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"you@email.com"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Create a project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my-git-demo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my-git-demo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Create a file and commit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"# My Project" &gt; README.md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README.md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 commit: add README"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Create a branch and make changes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feature/about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"Author: Your Name" &gt;&gt; README.md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"docs: add author to README"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Merge back and view history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feature/about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Commands – Save This! 💾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Setup ────────────────────────────────────────────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"Name"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"email"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Start ─────────────────────────────────────────────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                 # new repo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           # clone from GitHub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Daily ─────────────────────────────────────────────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              # what changed?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               # stage 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"message"   # commit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                 # push to GitHub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                 # pull from GitHub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Branches ──────────────────────────────────────────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&lt;name&gt;    # create + switch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&lt;name&gt;       # switch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&lt;branch&gt;        # merge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&lt;name&gt;      # delete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History &amp; Undo 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        # compact history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                 # see changes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&lt;file&gt;        # discard changes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                # save for later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Best Practices 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small, focused changes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 commit messages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before you push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branch for every feature/fix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code via Pull Requests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main always deployable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.gitignore from day 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secrets or passwords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directly to main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vague messages: "fix", "WIP"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push to shared branches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node_modules or build files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branches live for weeks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code review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 tracks every change to your code with full history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Commits are save points – always write clear messages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Branches let you work safely without breaking main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GitHub is where you share and collaborate on code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Pull Requests are how teams review and merge code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Nothing is lost – Git can always undo and restore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A1A2E"/>
          </a:solidFill>
          <a:ln w="12700">
            <a:solidFill>
              <a:srgbClr val="F05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050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single most important tool in a developer's toolkit.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 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Git Fundamentals (Done!)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Advanced Git – rebase, cherry-pick, stash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GitHub Actions – CI/CD automation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Git Workflows – Gitflow, trunk-based development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Code Review best practices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Docker Basics – containerise your apps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Kubernetes – orchestrate at scale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FFF4F0"/>
          </a:solidFill>
          <a:ln w="25400">
            <a:solidFill>
              <a:srgbClr val="F05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050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today:  git init  →  git add .  →  git commit -m "My first commit!"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F050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🙏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749040" y="16916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00000"/>
                </a:solidFill>
              </a:rPr>
              <a:t>🐙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Workshop material &amp; exercises in /git-fundamentals/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Pro Git Book (free): git-scm.com/book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Practice visually: learngitbranching.js.org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Ask questions anytime!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every day – practice makes perfect! 🎯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Fundamentals</dc:title>
  <dc:subject>PptxGenJS Presentation</dc:subject>
  <dc:creator>PptxGenJS</dc:creator>
  <cp:lastModifiedBy>PptxGenJS</cp:lastModifiedBy>
  <cp:revision>1</cp:revision>
  <dcterms:created xsi:type="dcterms:W3CDTF">2026-03-07T04:38:50Z</dcterms:created>
  <dcterms:modified xsi:type="dcterms:W3CDTF">2026-03-07T04:38:50Z</dcterms:modified>
</cp:coreProperties>
</file>