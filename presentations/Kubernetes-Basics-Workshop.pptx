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Kubernetes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Made Simple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Workshop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640080"/>
            <a:ext cx="6858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 What is Kubernetes?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The Problem Kubernetes Solves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🆚  Kubernetes vs Docker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Core Concepts – Pods, Deployments, Services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 Kubernetes Architecture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Hands-On Demo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Best Practices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Steps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40 minutes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Kubernetes?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5029200" cy="1417320"/>
          </a:xfrm>
          <a:prstGeom prst="roundRect">
            <a:avLst>
              <a:gd name="adj" fmla="val 6452"/>
            </a:avLst>
          </a:prstGeom>
          <a:solidFill>
            <a:srgbClr val="F0F4FF"/>
          </a:solidFill>
          <a:ln w="25400">
            <a:solidFill>
              <a:srgbClr val="326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8368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(K8s) is a container orchestration platform that automates deploying, scaling, and managing containerised applications.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Open-source (originally by Google)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Automates container management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Scales from 1 to thousands of containers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Works across multiple servers (cluster)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Self-healing and auto-recovery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0" y="594360"/>
            <a:ext cx="3200400" cy="3749040"/>
          </a:xfrm>
          <a:prstGeom prst="roundRect">
            <a:avLst>
              <a:gd name="adj" fmla="val 4286"/>
            </a:avLst>
          </a:prstGeom>
          <a:solidFill>
            <a:srgbClr val="1A2F6B"/>
          </a:solidFill>
          <a:ln w="25400">
            <a:solidFill>
              <a:srgbClr val="326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82296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☸️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669280" y="21945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0" y="27432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"koo-ber-net-eez"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form: K8s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– Containers at Scale 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FFF3CD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You have 100 containers to run in production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Which server runs which container?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What if a container crashes?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How do you update all 100 containers?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How do you scale from 100 to 200?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How do containers find each other?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How do you handle sudden traffic spikes?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4114800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13308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management of 100+ containers = IMPOSSIBLE! 😫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Crash at 3 AM – Kubernetes vs Manual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Kubernetes 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3749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Server dies → All containers die 💀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Pager wakes you up at 3 AM 📱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SSH into backup server 💻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Manually restart containers 🔧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Update load balancer ⚙️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Test everything 🧪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Downtime: HOURS ❌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sleep: RUINED 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6583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Kubernetes 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078992"/>
            <a:ext cx="3749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Server dies → K8s detects instantly ⚡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Auto-reschedules containers 🔄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Starts on healthy servers ✅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Updates routing automatically 🌐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Everything keeps running 🚀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Downtime: SECONDS ✅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sleep: UNDISTURBED 😴✨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vs Docker – They Work Together!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21792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☸️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containers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Orchestrate containers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machines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balancing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stop/start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updates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complex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/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160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competitors – they are TEAMMATES! 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1737360"/>
          </a:xfrm>
          <a:prstGeom prst="roundRect">
            <a:avLst>
              <a:gd name="adj" fmla="val 5263"/>
            </a:avLst>
          </a:prstGeom>
          <a:solidFill>
            <a:srgbClr val="1A2F6B"/>
          </a:solidFill>
          <a:ln w="25400">
            <a:solidFill>
              <a:srgbClr val="326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(Master Node)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API Server – brain of the cluster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Scheduler – assigns pods to nodes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Controller Manager – maintains desired state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etcd – distributed database (cluster state)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4688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0F4FF"/>
          </a:solidFill>
          <a:ln w="25400">
            <a:solidFill>
              <a:srgbClr val="326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5328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 Pod  Pod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566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+ kube-proxy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24688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0F4FF"/>
          </a:solidFill>
          <a:ln w="25400">
            <a:solidFill>
              <a:srgbClr val="326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25328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3017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 Pod  Pod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3566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+ kube-proxy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24688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0F4FF"/>
          </a:solidFill>
          <a:ln w="25400">
            <a:solidFill>
              <a:srgbClr val="326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25328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63056" y="3017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 Pod  Pod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63056" y="3566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+ kube-proxy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3591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↓  ↓  Distributes workloads to Worker Nodes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2192000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Kubernetes Concepts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─────────────────────────────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#1 – Pod 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Pod?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Smallest deployable unit in Kubernetes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Wraps one or more containers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Shares network and storage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Temporary (ephemeral) by design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A Pod is a HOUSE where containers live together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Usually 1 container per pod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Each pod gets a unique IP address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Pods are replaceable (not permanent)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594360"/>
            <a:ext cx="3291840" cy="3749040"/>
          </a:xfrm>
          <a:prstGeom prst="roundRect">
            <a:avLst>
              <a:gd name="adj" fmla="val 4167"/>
            </a:avLst>
          </a:prstGeom>
          <a:solidFill>
            <a:srgbClr val="1A2F6B"/>
          </a:solidFill>
          <a:ln w="25400">
            <a:solidFill>
              <a:srgbClr val="326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713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(nginx-pod)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23560" y="1143000"/>
            <a:ext cx="320040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33288" y="1234440"/>
            <a:ext cx="29809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nginx-pod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nginx:alpine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containerPort: 80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#2 – Deployment 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Deployment?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Manages a set of identical pods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Ensures desired number of replicas always run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Handles rolling updates automatically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Self-healing (recreates failed pods)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– Pod Crashes: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Without: Pod dies → stays dead ❌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With:    Pod dies → K8s recreates → ✅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8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– Update App: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Without: Stop all → update → restart → downtime ❌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With:    Rolling update → one by one → zero downtime 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594360"/>
            <a:ext cx="3291840" cy="3749040"/>
          </a:xfrm>
          <a:prstGeom prst="roundRect">
            <a:avLst>
              <a:gd name="adj" fmla="val 4167"/>
            </a:avLst>
          </a:prstGeom>
          <a:solidFill>
            <a:srgbClr val="1A2F6B"/>
          </a:solidFill>
          <a:ln w="25400">
            <a:solidFill>
              <a:srgbClr val="326C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640080"/>
            <a:ext cx="320040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731520"/>
            <a:ext cx="29809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apps/v1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Deployment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nginx-deploy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app: 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image: nginx:alpine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#3 – Service 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Service?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Stable network endpoint for pods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Load balances across all matching pods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IP stays the same even when pods restart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Enables service discovery inside cluster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Like a PHONE NUMBER – same even if you change phones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ClusterIP  – internal only (default)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NodePort   – external, via Node IP:Port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LoadBalancer – cloud LB, production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594360"/>
            <a:ext cx="3291840" cy="3749040"/>
          </a:xfrm>
          <a:prstGeom prst="roundRect">
            <a:avLst>
              <a:gd name="adj" fmla="val 4167"/>
            </a:avLst>
          </a:prstGeom>
          <a:solidFill>
            <a:srgbClr val="1A2F6B"/>
          </a:solidFill>
          <a:ln w="25400">
            <a:solidFill>
              <a:srgbClr val="326C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640080"/>
            <a:ext cx="320040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3288" y="731520"/>
            <a:ext cx="29809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nginx-svc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NodePort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port: 80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targetPort: 80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nodePort: 30080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http://localhost:30080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#4 &amp; #5 – ConfigMap &amp; Secret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0F4FF"/>
          </a:solidFill>
          <a:ln w="25400">
            <a:solidFill>
              <a:srgbClr val="326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configuration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plain 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3840480" cy="16002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606040"/>
            <a:ext cx="36210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ConfigMap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DB_URL: postgres://db:5432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LOG_LEVEL: info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0F4FF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0972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(passwords, tokens, keys)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encoded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controlled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plain text!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514600"/>
            <a:ext cx="3840480" cy="16002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2606040"/>
            <a:ext cx="36210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Secret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Opaque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cGFzc3dvcmQ=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base64 encoded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– The Kubernetes CLI ⌨️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Cluster Info 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cluster-info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nodes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Pods ───────────────────────────────────────────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-n workshop          # specific namespace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logs &lt;pod-name&gt;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exec -it &lt;pod-name&gt; -- sh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Deployments 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deployments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scale deployment &lt;name&gt; --replicas=5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status deployment/&lt;name&gt;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undo deployment/&lt;name&gt;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Services 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services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expose deployment &lt;name&gt; --port=80 --type=NodePort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Apply / Delete YAML 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manifest.yaml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-f manifest.yaml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all -n workshop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– Deploy Your First App 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Check cluster is running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cluster-info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Create a deployment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deployment nginx --image=nginx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Watch pods come 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-w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Expose via NodePort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expose deployment nginx --port=80 --type=NodePort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Find the assigned 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services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Open in browser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http://localhost:&lt;nodePort&gt;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7. Scale to 5 replicas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scale deployment nginx --replicas=5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– Rolling Update &amp; Rollback 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Update image version (zero downtime!) 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set image deployment/nginx nginx=nginx:1.25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Watch rolling update in real time 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status deployment/nginx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View history 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history deployment/nginx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Rollback to previous version if needed 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undo deployment/nginx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Delete pod to see self-healing 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pod &lt;pod-name&gt;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  # Watch it recreate automatically!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Clean up ────────────────────────────────────────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namespace workshop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2192000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─────────────────────────────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Best Practices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594360"/>
            <a:ext cx="2834640" cy="3749040"/>
          </a:xfrm>
          <a:prstGeom prst="roundRect">
            <a:avLst>
              <a:gd name="adj" fmla="val 3871"/>
            </a:avLst>
          </a:prstGeom>
          <a:solidFill>
            <a:srgbClr val="F0F4FF"/>
          </a:solidFill>
          <a:ln w="25400">
            <a:solidFill>
              <a:srgbClr val="1A3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94360"/>
            <a:ext cx="2834640" cy="457200"/>
          </a:xfrm>
          <a:prstGeom prst="roundRect">
            <a:avLst>
              <a:gd name="adj" fmla="val 24000"/>
            </a:avLst>
          </a:prstGeom>
          <a:solidFill>
            <a:srgbClr val="1A3A8C"/>
          </a:solidFill>
          <a:ln w="12700">
            <a:solidFill>
              <a:srgbClr val="1A3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Set requests &amp; limits on all pods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namespaces for isolation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 liveness &amp; readiness probes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Enable Horizontal Pod Autoscaler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594360"/>
            <a:ext cx="2834640" cy="3749040"/>
          </a:xfrm>
          <a:prstGeom prst="roundRect">
            <a:avLst>
              <a:gd name="adj" fmla="val 3871"/>
            </a:avLst>
          </a:prstGeom>
          <a:solidFill>
            <a:srgbClr val="F0F4FF"/>
          </a:solidFill>
          <a:ln w="25400">
            <a:solidFill>
              <a:srgbClr val="6600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594360"/>
            <a:ext cx="2834640" cy="457200"/>
          </a:xfrm>
          <a:prstGeom prst="roundRect">
            <a:avLst>
              <a:gd name="adj" fmla="val 24000"/>
            </a:avLst>
          </a:prstGeom>
          <a:solidFill>
            <a:srgbClr val="660066"/>
          </a:solidFill>
          <a:ln w="12700">
            <a:solidFill>
              <a:srgbClr val="6600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RBAC for access control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Scan images for vulnerabilities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Store secrets in Secrets (not ConfigMaps)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Define network policies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594360"/>
            <a:ext cx="2834640" cy="3749040"/>
          </a:xfrm>
          <a:prstGeom prst="roundRect">
            <a:avLst>
              <a:gd name="adj" fmla="val 3871"/>
            </a:avLst>
          </a:prstGeom>
          <a:solidFill>
            <a:srgbClr val="F0F4FF"/>
          </a:solidFill>
          <a:ln w="25400">
            <a:solidFill>
              <a:srgbClr val="005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2834640" cy="457200"/>
          </a:xfrm>
          <a:prstGeom prst="roundRect">
            <a:avLst>
              <a:gd name="adj" fmla="val 24000"/>
            </a:avLst>
          </a:prstGeom>
          <a:solidFill>
            <a:srgbClr val="005500"/>
          </a:solidFill>
          <a:ln w="12700">
            <a:solidFill>
              <a:srgbClr val="005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🛡️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Run multiple replicas for HA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rolling update strategy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 monitoring (Prometheus)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Keep YAML manifests in Git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 Kubernetes orchestrates containers at SCALE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🫘  Pods are the smallest deployable unit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Deployments manage desired state automatically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Services provide stable networking &amp; load balancing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Self-healing is built-in – K8s recreates failed pods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Scaling is as simple as one command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A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Declarative YAML – describe WHAT, not HOW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041648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599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automates everything you'd do manually to run containers in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 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Part 0: Introduction (Done!)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Deploy real app – Node.js + Redis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Use ConfigMaps &amp; Secrets for configuration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Implement health checks (readiness / liveness probes)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Set up Horizontal Pod Autoscaler (HPA)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Perform rolling updates &amp; rollbacks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Practice troubleshooting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0F4FF"/>
          </a:solidFill>
          <a:ln w="25400">
            <a:solidFill>
              <a:srgbClr val="326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50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step-04-kubernetes  →  kubectl apply -f 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98848"/>
            <a:ext cx="12192000" cy="7315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🙏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749040" y="17373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☸️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GitHub: github.com/sanjay3107/docker-Kubernetes-workshop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Detailed guides in each folder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Hands-on exercises included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orchestrate some containers! ☸️🚀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Kubernetes</dc:title>
  <dc:subject>PptxGenJS Presentation</dc:subject>
  <dc:creator>Docker &amp; Kubernetes Workshop</dc:creator>
  <cp:lastModifiedBy>Docker &amp; Kubernetes Workshop</cp:lastModifiedBy>
  <cp:revision>1</cp:revision>
  <dcterms:created xsi:type="dcterms:W3CDTF">2026-03-06T18:21:33Z</dcterms:created>
  <dcterms:modified xsi:type="dcterms:W3CDTF">2026-03-06T18:21:33Z</dcterms:modified>
</cp:coreProperties>
</file>