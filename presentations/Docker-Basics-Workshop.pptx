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Docker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Made Simple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Workshop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64008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What is Docker?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Problem Docker Solves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🆚  Docker vs Virtual Machines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Core Concepts – Images &amp; Containers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Docker Hub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Hands-On Demo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a platform that packages applications with everything they need to run, then runs them anywhere.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Open-source containerisation platform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Package app + all dependencies together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Run consistently across all environments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Lightweight and blazing fast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594360"/>
            <a:ext cx="3200400" cy="3749040"/>
          </a:xfrm>
          <a:prstGeom prst="roundRect">
            <a:avLst>
              <a:gd name="adj" fmla="val 4286"/>
            </a:avLst>
          </a:prstGeom>
          <a:solidFill>
            <a:srgbClr val="1A3A5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371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once,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🐳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"It Works on My Machine"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DOCKER 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Laptop  ✅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3.9, Node 18 → works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Laptop   ❌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 (wrong!) → breaks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  ❌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OS → crashes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658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DOCKER 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Laptop  ✅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→ works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Laptop   ✅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 → works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  ✅</a:t>
            </a:r>
            <a:endParaRPr lang="en-US" sz="13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 → works!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Benefits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0F4FF"/>
          </a:solidFill>
          <a:ln w="25400">
            <a:solidFill>
              <a:srgbClr val="1A3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9436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1A3A8C"/>
          </a:solidFill>
          <a:ln w="12700">
            <a:solidFill>
              <a:srgbClr val="1A3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👨‍💻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Consistent dev environment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Easy onboarding (minutes!)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"works on my machine"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locally like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0F4FF"/>
          </a:solidFill>
          <a:ln w="25400">
            <a:solidFill>
              <a:srgbClr val="0066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59436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Operations 🛠️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Predictable deployments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Easy scaling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Efficient resource usage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Quick rollbacks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59436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F0F4FF"/>
          </a:solidFill>
          <a:ln w="25400">
            <a:solidFill>
              <a:srgbClr val="8B4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8B4500"/>
          </a:solidFill>
          <a:ln w="12700">
            <a:solidFill>
              <a:srgbClr val="8B4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Faster time to market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Lower infrastructure costs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Improved reliability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Happy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Virtual Machines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8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🖥️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Hypervisor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VM1  (Full OS + App)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└── VM2  (Full OS + App)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= 2-20 GB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time: 1-2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8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 (shared OS)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Docker Engine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App1 container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App2 container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└── App3 container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5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= 10-500 MB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5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time: 1-2 seconds 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VMs – Comparison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2–20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10–500 MB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seconds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Near-native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(OS)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much lighter and faster! 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Docker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#1 – Docker Image 🖼️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Image?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Blueprint / template for containers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Contains app + ALL dependencies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Read-only (immutable)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Stored locally or on Docker Hub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Like a RECIPE (blueprint)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 Like a COOKIE CUTTER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Like a CLASS in programming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4167"/>
            </a:avLst>
          </a:prstGeom>
          <a:solidFill>
            <a:srgbClr val="1A3A5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731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python:3.9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 (minimal)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runtime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package manager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code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#2 – Docker Container 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Container?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Running instance of an image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Isolated environment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Can read / write while running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Temporary (unless data is saved)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🍝  Like a DISH from a recipe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Like an OBJECT from a class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 Like a COOKIE from a cutter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4167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731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Containers!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python:3.9 image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Container 1 (web app)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Container 2 (API)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Container 3 (tests)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Container 4 (worker)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– The Image Registry 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F0F4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Hub?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registry for Docker images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Like GitHub – but for images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 to use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Official verified images available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Images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8036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212080" y="594360"/>
            <a:ext cx="3657600" cy="3749040"/>
          </a:xfrm>
          <a:prstGeom prst="roundRect">
            <a:avLst>
              <a:gd name="adj" fmla="val 3750"/>
            </a:avLst>
          </a:prstGeom>
          <a:solidFill>
            <a:srgbClr val="1A3A5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731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76072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🌐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5303520" y="28346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pull,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freely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93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python:3.9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777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48840" y="640080"/>
            <a:ext cx="685800" cy="6858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640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19659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993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python:3.9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0" y="777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0" y="640080"/>
            <a:ext cx="685800" cy="6858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640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9659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993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(make changes)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777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166360" y="640080"/>
            <a:ext cx="685800" cy="6858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640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9659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93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myapp 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777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675120" y="640080"/>
            <a:ext cx="685800" cy="6858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640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Hub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196596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993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myapp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27432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Deploy Anywhere  →  docker run myapp  →  Works Everywhere! 🌍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329184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F0F4FF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383280"/>
            <a:ext cx="83759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8080:80 --name webapp myapp:v1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&lt;image&gt;        # Download from Docker 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              # List all local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&lt;image&gt;         # Remove an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name .     # Build from Dockerfile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&lt;image&gt;         # Create and 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&lt;image&gt;   # Background + 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                 # List running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               # List ALL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&lt;id&gt;           # Stop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&lt;id&gt;             # Remove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&lt;id&gt;           # View logs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prune -a     # Remove everything unused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Explained 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Port Mapping 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  ────  Container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Port 80 (isolated)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❌ Cannot access!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5943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658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Port Mapping 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0515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  ←──→  Container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     ←──→  Port 80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Accessible!          App runs 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8595360" cy="16916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06040"/>
            <a:ext cx="837590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8080:80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↑     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host port  container 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Access: http://localhost:8080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Your First Container 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Check Docker is installed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--version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Hello World (downloads + runs automatically)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Pull Python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python:3.9-slim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Run interactive Python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python:3.9-slim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Run Nginx web server in background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nginx:alpine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Open in browser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http://localhost:8080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Best Practices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image tags (not latest)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images small (alpine base)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per container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 file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 user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for vulnerabilities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secrets in images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"latest" tag in production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services in one container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security updates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root user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packages apps WITH their dependencies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Containers are lightweight, isolated environments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Images are blueprints  →  Containers are instances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Docker Hub stores thousands of ready-to-use images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Much faster and lighter than Virtual Machines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Same environment everywhere – dev, test, production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959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solves "it works on my machine" by packaging EVERYTHING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12192000" cy="457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 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Part 0: Introduction (Done!)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1: Containerise your first app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2: Update &amp; rebuild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3: Share on Docker Hub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4: Volumes – data persistence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5: Bind mounts – live editing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6: Multi-container apps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7: Docker Compose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8: Best practices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hands-on! 🎉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98848"/>
            <a:ext cx="121920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749040" y="17373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🐳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 github.com/sanjay3107/docker-Kubernetes-workshop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Detailed guides in each folder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Hands-on exercises included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Docker</dc:title>
  <dc:subject>PptxGenJS Presentation</dc:subject>
  <dc:creator>Docker &amp; Kubernetes Workshop</dc:creator>
  <cp:lastModifiedBy>Docker &amp; Kubernetes Workshop</cp:lastModifiedBy>
  <cp:revision>1</cp:revision>
  <dcterms:created xsi:type="dcterms:W3CDTF">2026-03-06T18:21:33Z</dcterms:created>
  <dcterms:modified xsi:type="dcterms:W3CDTF">2026-03-06T18:21:33Z</dcterms:modified>
</cp:coreProperties>
</file>